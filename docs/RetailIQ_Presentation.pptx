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RetailIQ: End-to-End E-Commerce Analytics &amp; Customer Churn MLOps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Raw Data Ingestion to Real-Time Predictive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E-commerce platforms struggle to identify at-risk customers.</a:t>
            </a:r>
          </a:p>
          <a:p>
            <a:pPr/>
            <a:r>
              <a:t>Objective: Build an automated, scalable pipeline that transforms raw data into actionable BI and real-time AI.</a:t>
            </a:r>
          </a:p>
          <a:p>
            <a:pPr/>
            <a:r>
              <a:t>Phase 1: Robust ETL, Data Warehouse, and Airflow orchestration.</a:t>
            </a:r>
          </a:p>
          <a:p>
            <a:pPr/>
            <a:r>
              <a:t>Phase 2: Feature Engineering, MLflow tracking, FastAPI deployment, Streamlit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Orchestration: Apache Airflow</a:t>
            </a:r>
          </a:p>
          <a:p>
            <a:pPr/>
            <a:r>
              <a:t>Storage / Warehouse: PostgreSQL (Star Schema)</a:t>
            </a:r>
          </a:p>
          <a:p>
            <a:pPr/>
            <a:r>
              <a:t>ML Experimentation: MLflow &amp; Scikit-Learn</a:t>
            </a:r>
          </a:p>
          <a:p>
            <a:pPr/>
            <a:r>
              <a:t>Model Deployment: FastAPI</a:t>
            </a:r>
          </a:p>
          <a:p>
            <a:pPr/>
            <a:r>
              <a:t>Front-End Dashboard: Streamlit</a:t>
            </a:r>
          </a:p>
          <a:p>
            <a:pPr/>
            <a:r>
              <a:t>Infrastructure: Docker &amp;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1 - Ingestion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+500k e-commerce transactions across 13 monthly batches.</a:t>
            </a:r>
          </a:p>
          <a:p>
            <a:pPr/>
            <a:r>
              <a:t>Quarantine Framework: Enforced strict business rules (valid prices, etc).</a:t>
            </a:r>
          </a:p>
          <a:p>
            <a:pPr/>
            <a:r>
              <a:t>Results: Achieved a 99.53% Validation Pass Rate.</a:t>
            </a:r>
          </a:p>
          <a:p>
            <a:pPr/>
            <a:r>
              <a:t>Auditability: 2,500+ records safely quarantined with explicit error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1 - Data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Dimensional Modeling: Star Schema with core dimensions and fact_sales.</a:t>
            </a:r>
          </a:p>
          <a:p>
            <a:pPr/>
            <a:r>
              <a:t>Sales Performance Mart: Revenue, AOV, and volume metrics.</a:t>
            </a:r>
          </a:p>
          <a:p>
            <a:pPr/>
            <a:r>
              <a:t>RFM Segmentation Mart: Recency, Frequency, Monetary scores for Loyalty 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2 -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Predict if an active customer will churn.</a:t>
            </a:r>
          </a:p>
          <a:p>
            <a:pPr/>
            <a:r>
              <a:t>Temporal Splitting (Zero Leakage):</a:t>
            </a:r>
          </a:p>
          <a:p>
            <a:pPr/>
            <a:r>
              <a:t>Observation Window (180 days): 14 behavioral features.</a:t>
            </a:r>
          </a:p>
          <a:p>
            <a:pPr/>
            <a:r>
              <a:t>Target Window (90 days): Binary churn labels based on inactivity.</a:t>
            </a:r>
          </a:p>
          <a:p>
            <a:pPr/>
            <a:r>
              <a:t>Result: Predictive feature set for 2,786 unique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2 - Model Training &amp;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Benchmarking: Logistic Regression, Random Forest, Gradient Boosting.</a:t>
            </a:r>
          </a:p>
          <a:p>
            <a:pPr/>
            <a:r>
              <a:t>MLflow Registry: Tracked hyper-parameters, metrics, and artifacts.</a:t>
            </a:r>
          </a:p>
          <a:p>
            <a:pPr/>
            <a:r>
              <a:t>The Winner: Gradient Boosting Classifier (ROC-AUC: 0.6950).</a:t>
            </a:r>
          </a:p>
          <a:p>
            <a:pPr/>
            <a:r>
              <a:t>Deployment Ready: Serialized as production_churn_model.pkl.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2 - Production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Architecture: Deployed the winning model in a FastAPI REST service.</a:t>
            </a:r>
          </a:p>
          <a:p>
            <a:pPr/>
            <a:r>
              <a:t>Docker Compose Network:</a:t>
            </a:r>
          </a:p>
          <a:p>
            <a:pPr/>
            <a:r>
              <a:t> - ecommerce_postgres (Data Warehouse)</a:t>
            </a:r>
          </a:p>
          <a:p>
            <a:pPr/>
            <a:r>
              <a:t> - ecommerce_fastapi_api (AI Backend)</a:t>
            </a:r>
          </a:p>
          <a:p>
            <a:pPr/>
            <a:r>
              <a:t> - ecommerce_streamlit_app (Front-End)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Final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Streamlit Dashboard: 8 Analytical Tabs.</a:t>
            </a:r>
          </a:p>
          <a:p>
            <a:pPr/>
            <a:r>
              <a:t>Executive Revenue Trends &amp; Global Heatmaps.</a:t>
            </a:r>
          </a:p>
          <a:p>
            <a:pPr/>
            <a:r>
              <a:t>3D RFM Behavioral Scatter Plots.</a:t>
            </a:r>
          </a:p>
          <a:p>
            <a:pPr/>
            <a:r>
              <a:t>Real-Time Churn Portal: Instantly receive Churn Probability and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Impact: Shifted from retrospective reporting to proactive AI strategies.</a:t>
            </a:r>
          </a:p>
          <a:p>
            <a:pPr/>
            <a:r>
              <a:t>Next Steps:</a:t>
            </a:r>
          </a:p>
          <a:p>
            <a:pPr/>
            <a:r>
              <a:t> - Implement automated model retraining DAGs in Airflow.</a:t>
            </a:r>
          </a:p>
          <a:p>
            <a:pPr/>
            <a:r>
              <a:t> - Integrate A/B testing for retention playbooks.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